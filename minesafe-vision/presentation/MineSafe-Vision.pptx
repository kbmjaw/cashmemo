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MineSafe-Vision – an extra set of eyes for mine haul trucks.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fog, dust, rocks, blind spots, moving vehicles and loaded trucks with long stopping distances.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Solution: Sensors → AI → Sensor fusion → Obstacle detection → Risk calculation → Driver warning → (optional) Control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 works: sense, measure, analyse, calculate a dynamic safe gap, warn. Live calculator is in the web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Heavy fog and dense dust: radar keeps ranging, thermal helps, visibility sensor raises the safety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Hardware: RGB/HDR cameras, thermal, 77–81 GHz radar, LiDAR, visibility sensor, GPS, IMU, wheel speed, edge computer, display, buzzer, vibration, CAN/Ethernet/RS-485 and Wi-Fi/4G/5G.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 display and control room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demonstration scenarios, conclusion and future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